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F172B4-A14F-4709-B5AB-0D3F12B6B2B7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99C4EF-6679-42C1-8FEB-9226A21707E2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694CD2-4051-4B7D-9F56-72FE294400A6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5D917B-E3B1-4BDA-AD89-36ABDA3EC596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2E57B0-A6CF-4E77-9E4A-95A96902FC5A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5C2EB7-4D31-46B8-B3F4-3AD39ECF5EC4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179BFA-7C51-44DF-BCDC-EDE59AAC9732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032D1A-4D59-4F9D-8879-81E00D981045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0135C7-974E-40E7-94A7-0716DEB6B1CC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276872-26B0-40DB-A87C-574622DBE930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262537-5B4B-43D7-824B-96CBDE5AB9F1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60800" y="561600"/>
            <a:ext cx="9275760" cy="17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0000" lnSpcReduction="1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IN" sz="6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 Project Presentation On</a:t>
            </a:r>
            <a:br>
              <a:rPr sz="6000"/>
            </a:br>
            <a:br>
              <a:rPr sz="6000"/>
            </a:b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689480" y="3179160"/>
            <a:ext cx="861876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Department of Information Technology,</a:t>
            </a:r>
            <a:br>
              <a:rPr sz="2400"/>
            </a:b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GL Bajaj Institute of Technology and Management, Greater Noida.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upervisor"/>
          <p:cNvSpPr/>
          <p:nvPr/>
        </p:nvSpPr>
        <p:spPr>
          <a:xfrm>
            <a:off x="752400" y="4776840"/>
            <a:ext cx="3741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Under the guidance of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Mrs. Ritika Mehra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resenters"/>
          <p:cNvSpPr/>
          <p:nvPr/>
        </p:nvSpPr>
        <p:spPr>
          <a:xfrm>
            <a:off x="8439120" y="4776840"/>
            <a:ext cx="3980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Presented By: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- Brahvim Bhaktvatsal (24115LT207)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Noto Sans CJK SC"/>
              </a:rPr>
              <a:t>- Harshit Didwania (24115LT209)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Noto Sans CJK SC"/>
              </a:rPr>
              <a:t>- Saba Fatima (24115LT205)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Date"/>
          <p:cNvSpPr/>
          <p:nvPr/>
        </p:nvSpPr>
        <p:spPr>
          <a:xfrm>
            <a:off x="762120" y="5786280"/>
            <a:ext cx="3040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GLBITM" descr="Logo Philosophy | About Us | GLBITM College in Noida UP India"/>
          <p:cNvPicPr/>
          <p:nvPr/>
        </p:nvPicPr>
        <p:blipFill>
          <a:blip r:embed="rId1"/>
          <a:srcRect l="1665" t="638" r="3767" b="2660"/>
          <a:stretch/>
        </p:blipFill>
        <p:spPr>
          <a:xfrm>
            <a:off x="5029200" y="1828800"/>
            <a:ext cx="1599120" cy="15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roject Name"/>
          <p:cNvSpPr/>
          <p:nvPr/>
        </p:nvSpPr>
        <p:spPr>
          <a:xfrm>
            <a:off x="4419720" y="971640"/>
            <a:ext cx="430380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49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Quickpark</a:t>
            </a:r>
            <a:endParaRPr b="0" lang="en-US" sz="4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Heading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Outline of Presentation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8" name="TextBox 1"/>
          <p:cNvSpPr/>
          <p:nvPr/>
        </p:nvSpPr>
        <p:spPr>
          <a:xfrm>
            <a:off x="504720" y="1418760"/>
            <a:ext cx="5256360" cy="52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Problem Statements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Objectives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Literature Review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Materials and Methods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Future Scope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Table 1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Outline of Presentation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0" name="Slide Count"/>
          <p:cNvSpPr/>
          <p:nvPr/>
        </p:nvSpPr>
        <p:spPr>
          <a:xfrm>
            <a:off x="11630160" y="6210360"/>
            <a:ext cx="1122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Literature Review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Introduction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3" name="TextBox 5"/>
          <p:cNvSpPr/>
          <p:nvPr/>
        </p:nvSpPr>
        <p:spPr>
          <a:xfrm>
            <a:off x="11630160" y="6210360"/>
            <a:ext cx="112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57200" y="1599840"/>
            <a:ext cx="11429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Surveillance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uses IoTs, ML, CV and DBs.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5640"/>
            <a:ext cx="11429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Internet Of Things, adds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data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&amp;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sensing.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57200" y="3656520"/>
            <a:ext cx="10743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Computer Vision, adds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detection.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57200" y="2971440"/>
            <a:ext cx="10743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Machine Learning, adds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recognition.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57200" y="4342680"/>
            <a:ext cx="10743480" cy="68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Databases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add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memory.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57200" y="5028840"/>
            <a:ext cx="10743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IoTs use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“The Cloud”.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57200" y="5714640"/>
            <a:ext cx="11657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It has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conveniences.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Introduction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Introduction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Problem Statements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4" name="TextBox 9"/>
          <p:cNvSpPr/>
          <p:nvPr/>
        </p:nvSpPr>
        <p:spPr>
          <a:xfrm>
            <a:off x="11630160" y="6210360"/>
            <a:ext cx="112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80880" y="2285640"/>
            <a:ext cx="1165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- Centralization can compromise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reliability,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80880" y="1599840"/>
            <a:ext cx="1173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Centralization can compromise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confidentiality, 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81240" y="3555360"/>
            <a:ext cx="10743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De-centralized options are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low,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81240" y="4241160"/>
            <a:ext cx="11429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- De-centralized options can be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difficult,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81240" y="4926960"/>
            <a:ext cx="1280088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- De-centralized options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may not be cheap.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81240" y="5612400"/>
            <a:ext cx="11886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De-centralized options are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not highly popular.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80880" y="2926440"/>
            <a:ext cx="999180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Centralization is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overall costlier.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Objectives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93" name="TextBox 3"/>
          <p:cNvSpPr/>
          <p:nvPr/>
        </p:nvSpPr>
        <p:spPr>
          <a:xfrm>
            <a:off x="11630160" y="6210360"/>
            <a:ext cx="112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87800" y="1666440"/>
            <a:ext cx="11673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Develop a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production-ready, bare-bones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system.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87440" y="3799440"/>
            <a:ext cx="11593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Make system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inexpensive.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87800" y="2352600"/>
            <a:ext cx="11668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Develop an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easy-to-use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interface.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87440" y="4485600"/>
            <a:ext cx="11505600" cy="7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Scope for conveniences.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87800" y="3102840"/>
            <a:ext cx="1163664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Make system </a:t>
            </a: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easy to maintain.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87440" y="5218920"/>
            <a:ext cx="975276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Study student projects.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Literature Review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01" name="TextBox 5"/>
          <p:cNvSpPr/>
          <p:nvPr/>
        </p:nvSpPr>
        <p:spPr>
          <a:xfrm>
            <a:off x="11630160" y="6210360"/>
            <a:ext cx="112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23800" y="1552320"/>
            <a:ext cx="11629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Shine: Accessible Parking, arXiv.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23800" y="2238480"/>
            <a:ext cx="1115316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IoT based smart parking system, Xplore.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23800" y="2924640"/>
            <a:ext cx="11124360" cy="12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Integrating IoT-Sensing and Crowdsensing with Privacy, arXiv.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38120" y="4247640"/>
            <a:ext cx="11600640" cy="186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Adaptive Control of IoT/M2M Devices in Smart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Buildings using Heterogeneous Wireless Networks, arXiv.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Materials and Methods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3"/>
          <p:cNvSpPr/>
          <p:nvPr/>
        </p:nvSpPr>
        <p:spPr>
          <a:xfrm>
            <a:off x="11630160" y="6210360"/>
            <a:ext cx="112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327240" y="1533600"/>
            <a:ext cx="1161972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ESP32 platform, if IoT hardware is required.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6720" y="2977200"/>
            <a:ext cx="1176264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Express.js atop Node.js, server-side programs.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27240" y="2219760"/>
            <a:ext cx="1186380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CV/ML: OpenCV, PyTorch, Ultralytics, Python.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4560" y="3718800"/>
            <a:ext cx="114904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Flask on Python for Node to make ML queries.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35160" y="4470480"/>
            <a:ext cx="11459880" cy="8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HTML/CSS/JS for any web frontends.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55680" y="5151600"/>
            <a:ext cx="1151064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Android SDK if an app is required.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80520" y="5913360"/>
            <a:ext cx="991548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Overall, mostly open-source.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Conclusions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6" name="TextBox 2"/>
          <p:cNvSpPr/>
          <p:nvPr/>
        </p:nvSpPr>
        <p:spPr>
          <a:xfrm>
            <a:off x="11630160" y="6210360"/>
            <a:ext cx="112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97880" y="1645920"/>
            <a:ext cx="11734200" cy="12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- For professionals, hobbyists and students, tooling to build decentralized systems exists.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548640" y="3007440"/>
            <a:ext cx="11154960" cy="12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It is possible to build decentralized solutions that are also reliable and convenient.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71960" y="4358880"/>
            <a:ext cx="11541240" cy="12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Convenience in both building and using such solutions can be lifted up with efforts.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2"/>
          <p:cNvGraphicFramePr/>
          <p:nvPr/>
        </p:nvGraphicFramePr>
        <p:xfrm>
          <a:off x="504720" y="719640"/>
          <a:ext cx="10762560" cy="699480"/>
        </p:xfrm>
        <a:graphic>
          <a:graphicData uri="http://schemas.openxmlformats.org/drawingml/2006/table">
            <a:tbl>
              <a:tblPr/>
              <a:tblGrid>
                <a:gridCol w="10762920"/>
              </a:tblGrid>
              <a:tr h="69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3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Future Scope</a:t>
                      </a:r>
                      <a:endParaRPr b="0" lang="en-US" sz="3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21" name="TextBox 2"/>
          <p:cNvSpPr/>
          <p:nvPr/>
        </p:nvSpPr>
        <p:spPr>
          <a:xfrm>
            <a:off x="11630160" y="6210360"/>
            <a:ext cx="112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35520" y="2306520"/>
            <a:ext cx="1166292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Enhancing users’ privacy as per arXiv paper.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55680" y="3098520"/>
            <a:ext cx="1167300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Expansion into parking management.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75840" y="3931560"/>
            <a:ext cx="1156140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Expansion into payments automation.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76200" y="4703760"/>
            <a:ext cx="1083996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Expansion into parking finding apps.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25440" y="1524240"/>
            <a:ext cx="114699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 Expansion into complete hardware solution.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2"/>
          <p:cNvSpPr/>
          <p:nvPr/>
        </p:nvSpPr>
        <p:spPr>
          <a:xfrm>
            <a:off x="2971800" y="2271600"/>
            <a:ext cx="759960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IN" sz="100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Thank you.</a:t>
            </a:r>
            <a:endParaRPr b="0" lang="en-US" sz="10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</TotalTime>
  <Application>LibreOffice/25.2.3.2$Linux_X86_64 LibreOffice_project/520$Build-2</Application>
  <AppVersion>15.0000</AppVersion>
  <Words>119</Words>
  <Paragraphs>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2023-05-26T07:03:06Z</dcterms:created>
  <dc:creator>Harshit Jaiswal</dc:creator>
  <dc:description/>
  <dc:language>en-US</dc:language>
  <cp:lastModifiedBy/>
  <dcterms:modified xsi:type="dcterms:W3CDTF">2025-11-13T11:29:45Z</dcterms:modified>
  <cp:revision>168</cp:revision>
  <dc:subject/>
  <dc:title>A Project Presentation on Project Title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